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63" r:id="rId4"/>
    <p:sldId id="264" r:id="rId5"/>
    <p:sldId id="265" r:id="rId6"/>
    <p:sldId id="266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DF5CEA-CB18-15AB-39E7-2C2B3D748097}" v="64" dt="2025-11-27T04:00:19.857"/>
    <p1510:client id="{AC000F1A-7CD8-62C0-7146-4ACCCB1D8862}" v="356" dt="2025-11-27T03:51:36.2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007534" y="0"/>
            <a:ext cx="5898825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6906359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58856" y="3428999"/>
            <a:ext cx="4138550" cy="2268559"/>
          </a:xfrm>
        </p:spPr>
        <p:txBody>
          <a:bodyPr anchor="t">
            <a:normAutofit/>
          </a:bodyPr>
          <a:lstStyle>
            <a:lvl1pPr algn="r"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31292" y="2268787"/>
            <a:ext cx="3966114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600" b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1641440" y="3262168"/>
            <a:ext cx="3117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2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2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5655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8880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7405" y="3199028"/>
            <a:ext cx="5967420" cy="1372971"/>
          </a:xfrm>
        </p:spPr>
        <p:txBody>
          <a:bodyPr anchor="t">
            <a:normAutofit/>
          </a:bodyPr>
          <a:lstStyle>
            <a:lvl1pPr algn="r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21131" y="2272143"/>
            <a:ext cx="5803294" cy="926885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1644924" y="3023993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0840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1426" y="805818"/>
            <a:ext cx="5882780" cy="108170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65406" y="2056800"/>
            <a:ext cx="2855547" cy="3993144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4679" y="2056800"/>
            <a:ext cx="2859527" cy="3993144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" name="TextBox 18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2622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" name="TextBox 23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3589" y="805818"/>
            <a:ext cx="5880617" cy="107702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63589" y="2054563"/>
            <a:ext cx="2857364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0" cap="none" baseline="0">
                <a:solidFill>
                  <a:schemeClr val="accent6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62510" y="2851330"/>
            <a:ext cx="2858443" cy="3198613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84679" y="2054563"/>
            <a:ext cx="285952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0" cap="none" baseline="0">
                <a:solidFill>
                  <a:schemeClr val="accent6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84680" y="2851330"/>
            <a:ext cx="2859526" cy="3198613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92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TextBox 15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946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476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2" name="TextBox 21"/>
          <p:cNvSpPr txBox="1"/>
          <p:nvPr/>
        </p:nvSpPr>
        <p:spPr>
          <a:xfrm>
            <a:off x="1179466" y="1127642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983" y="1296618"/>
            <a:ext cx="2120703" cy="1889075"/>
          </a:xfrm>
        </p:spPr>
        <p:txBody>
          <a:bodyPr anchor="b">
            <a:normAutofit/>
          </a:bodyPr>
          <a:lstStyle>
            <a:lvl1pPr algn="l">
              <a:defRPr sz="2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8538" y="805818"/>
            <a:ext cx="3755668" cy="5244126"/>
          </a:xfrm>
        </p:spPr>
        <p:txBody>
          <a:bodyPr anchor="ctr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5982" y="3186155"/>
            <a:ext cx="2120703" cy="2386397"/>
          </a:xfrm>
        </p:spPr>
        <p:txBody>
          <a:bodyPr>
            <a:normAutofit/>
          </a:bodyPr>
          <a:lstStyle>
            <a:lvl1pPr marL="0" indent="0" algn="l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8108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TextBox 12"/>
          <p:cNvSpPr txBox="1"/>
          <p:nvPr/>
        </p:nvSpPr>
        <p:spPr>
          <a:xfrm>
            <a:off x="1179466" y="1127642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82987" y="3229"/>
            <a:ext cx="3727769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1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6671" y="1296618"/>
            <a:ext cx="2603212" cy="1886308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5984" y="3182928"/>
            <a:ext cx="2603794" cy="2386394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4784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TextBox 16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8857" y="808057"/>
            <a:ext cx="5885350" cy="107722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20792" y="2049878"/>
            <a:ext cx="5723414" cy="4000066"/>
          </a:xfrm>
        </p:spPr>
        <p:txBody>
          <a:bodyPr vert="eaVert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681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TextBox 22"/>
          <p:cNvSpPr txBox="1"/>
          <p:nvPr/>
        </p:nvSpPr>
        <p:spPr>
          <a:xfrm rot="5400000">
            <a:off x="7688343" y="480678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9317" y="805818"/>
            <a:ext cx="99488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64598" y="970410"/>
            <a:ext cx="4715441" cy="5079534"/>
          </a:xfrm>
        </p:spPr>
        <p:txBody>
          <a:bodyPr vert="eaVert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278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060" y="2912532"/>
            <a:ext cx="7772939" cy="394546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998"/>
          <a:stretch/>
        </p:blipFill>
        <p:spPr>
          <a:xfrm>
            <a:off x="1" y="0"/>
            <a:ext cx="9143999" cy="6858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61317" y="808057"/>
            <a:ext cx="587801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26236" y="2049878"/>
            <a:ext cx="5713092" cy="40000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28294" y="5272451"/>
            <a:ext cx="2662729" cy="179188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pPr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58177" y="3658900"/>
            <a:ext cx="5885352" cy="183663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2136" y="164594"/>
            <a:ext cx="638312" cy="322850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3882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r" defTabSz="685800" rtl="0" eaLnBrk="1" latinLnBrk="0" hangingPunct="1">
        <a:lnSpc>
          <a:spcPct val="90000"/>
        </a:lnSpc>
        <a:spcBef>
          <a:spcPct val="0"/>
        </a:spcBef>
        <a:buNone/>
        <a:defRPr sz="28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58366" indent="-258366" algn="l" defTabSz="685800" rtl="0" eaLnBrk="1" latinLnBrk="0" hangingPunct="1">
        <a:lnSpc>
          <a:spcPct val="120000"/>
        </a:lnSpc>
        <a:spcBef>
          <a:spcPts val="750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96504" indent="-253604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944166" indent="-258366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82304" indent="-253604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629966" indent="-258366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975104" indent="-256032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1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40280" indent="-256032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1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670048" indent="-256032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1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017520" indent="-256032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1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cs typeface="Arial"/>
              </a:rPr>
              <a:t>Original Plan</a:t>
            </a:r>
            <a:endParaRPr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0B41F5B-980B-F02C-2004-D85BED259F2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0EFCEF-A8A6-4467-F07D-8598F77861C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57810" indent="-257810"/>
            <a:r>
              <a:rPr lang="en-GB" dirty="0">
                <a:cs typeface="Arial"/>
              </a:rPr>
              <a:t> Get 2 machines connected</a:t>
            </a:r>
          </a:p>
          <a:p>
            <a:pPr marL="257810" indent="-257810"/>
            <a:r>
              <a:rPr lang="en-GB" dirty="0">
                <a:cs typeface="Arial"/>
              </a:rPr>
              <a:t>Make the frameless extension</a:t>
            </a:r>
          </a:p>
          <a:p>
            <a:pPr marL="257810" indent="-257810"/>
            <a:r>
              <a:rPr lang="en-GB" dirty="0">
                <a:cs typeface="Arial"/>
              </a:rPr>
              <a:t>Use the built in desktop capturer to send video to the other </a:t>
            </a:r>
            <a:r>
              <a:rPr lang="en-GB" err="1">
                <a:cs typeface="Arial"/>
              </a:rPr>
              <a:t>moniter</a:t>
            </a:r>
            <a:endParaRPr lang="en-GB">
              <a:cs typeface="Arial"/>
            </a:endParaRPr>
          </a:p>
          <a:p>
            <a:pPr marL="257810" indent="-257810"/>
            <a:r>
              <a:rPr lang="en-GB" dirty="0">
                <a:cs typeface="Arial"/>
              </a:rPr>
              <a:t>Get in depth in functionality</a:t>
            </a:r>
          </a:p>
        </p:txBody>
      </p:sp>
      <p:pic>
        <p:nvPicPr>
          <p:cNvPr id="4" name="Picture 3" descr="5dc6ca3e-dc1b-4354-b0c2-9e85c6ab65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4724" y="2054928"/>
            <a:ext cx="2857058" cy="39953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cs typeface="Arial"/>
              </a:rPr>
              <a:t>Actual timeline</a:t>
            </a:r>
            <a:endParaRPr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E40DB49-3A44-7AAF-DC7C-C7050BEE591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B8FCE8-FC68-219B-F22C-8C187FA2D70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257810" indent="-257810"/>
            <a:r>
              <a:rPr lang="en-GB" dirty="0">
                <a:cs typeface="Arial"/>
              </a:rPr>
              <a:t>I got 2 machines connected</a:t>
            </a:r>
          </a:p>
          <a:p>
            <a:pPr marL="257810" indent="-257810"/>
            <a:r>
              <a:rPr lang="en-GB" dirty="0">
                <a:cs typeface="Arial"/>
              </a:rPr>
              <a:t>Tried using Desktop capturer and had a sequence of issues I suspect were related to </a:t>
            </a:r>
            <a:r>
              <a:rPr lang="en-GB" dirty="0" err="1">
                <a:cs typeface="Arial"/>
              </a:rPr>
              <a:t>electon</a:t>
            </a:r>
            <a:r>
              <a:rPr lang="en-GB" dirty="0">
                <a:cs typeface="Arial"/>
              </a:rPr>
              <a:t> version</a:t>
            </a:r>
          </a:p>
          <a:p>
            <a:pPr marL="257810" indent="-257810"/>
            <a:r>
              <a:rPr lang="en-GB" dirty="0">
                <a:cs typeface="Arial"/>
              </a:rPr>
              <a:t>Switched and tried to use a VM with Apache </a:t>
            </a:r>
            <a:r>
              <a:rPr lang="en-GB" dirty="0" err="1">
                <a:cs typeface="Arial"/>
              </a:rPr>
              <a:t>Quacamole</a:t>
            </a:r>
          </a:p>
          <a:p>
            <a:pPr marL="257810" indent="-257810"/>
            <a:r>
              <a:rPr lang="en-GB" dirty="0">
                <a:cs typeface="Arial"/>
              </a:rPr>
              <a:t>Had issues with VM setup and connecting to the Apache Server</a:t>
            </a:r>
          </a:p>
          <a:p>
            <a:pPr marL="257810" indent="-257810"/>
            <a:r>
              <a:rPr lang="en-GB" dirty="0">
                <a:cs typeface="Arial"/>
              </a:rPr>
              <a:t>Switched the project to python and sent the screen via a jpg</a:t>
            </a:r>
          </a:p>
          <a:p>
            <a:pPr marL="257810" indent="-257810"/>
            <a:r>
              <a:rPr lang="en-GB" dirty="0">
                <a:cs typeface="Arial"/>
              </a:rPr>
              <a:t>Implemented basic functionality</a:t>
            </a:r>
          </a:p>
          <a:p>
            <a:pPr marL="257810" indent="-257810"/>
            <a:endParaRPr lang="en-GB" dirty="0">
              <a:cs typeface="Arial"/>
            </a:endParaRPr>
          </a:p>
        </p:txBody>
      </p:sp>
      <p:pic>
        <p:nvPicPr>
          <p:cNvPr id="4" name="Picture 3" descr="e9a1c371-8fd1-4187-a9d1-490dc851638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129" y="2065225"/>
            <a:ext cx="2870023" cy="39850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project is structured around two components that communicate over the network.</a:t>
            </a:r>
          </a:p>
          <a:p>
            <a:r>
              <a:t>- One component broadcasts visual updates.</a:t>
            </a:r>
          </a:p>
          <a:p>
            <a:r>
              <a:t>- The other reconstructs and displays them.</a:t>
            </a:r>
          </a:p>
          <a:p>
            <a:r>
              <a:t>- Control inputs flow back in the opposite direction.</a:t>
            </a:r>
          </a:p>
          <a:p>
            <a:r>
              <a:t>This creates a real‑time feedback loop.</a:t>
            </a:r>
          </a:p>
        </p:txBody>
      </p:sp>
    </p:spTree>
    <p:extLst>
      <p:ext uri="{BB962C8B-B14F-4D97-AF65-F5344CB8AC3E}">
        <p14:creationId xmlns:p14="http://schemas.microsoft.com/office/powerpoint/2010/main" val="309531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Video Streaming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continuous stream of visual data is sent between machines.</a:t>
            </a:r>
          </a:p>
          <a:p>
            <a:r>
              <a:t>To reduce bandwidth usage, only changed regions are transmitted when possible.</a:t>
            </a:r>
          </a:p>
          <a:p>
            <a:r>
              <a:t>The receiver blends these regions into the previous frame, maintaining smooth visuals.</a:t>
            </a:r>
          </a:p>
        </p:txBody>
      </p:sp>
    </p:spTree>
    <p:extLst>
      <p:ext uri="{BB962C8B-B14F-4D97-AF65-F5344CB8AC3E}">
        <p14:creationId xmlns:p14="http://schemas.microsoft.com/office/powerpoint/2010/main" val="3574885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input is translated into compact messages.</a:t>
            </a:r>
          </a:p>
          <a:p>
            <a:r>
              <a:t>Movement, interactions, and actions are encoded numerically.</a:t>
            </a:r>
          </a:p>
          <a:p>
            <a:r>
              <a:t>The remote host interprets these messages to update the state.</a:t>
            </a:r>
          </a:p>
          <a:p>
            <a:r>
              <a:t>Timers and rules help prevent jitter and maintain consistent behavior.</a:t>
            </a:r>
          </a:p>
        </p:txBody>
      </p:sp>
    </p:spTree>
    <p:extLst>
      <p:ext uri="{BB962C8B-B14F-4D97-AF65-F5344CB8AC3E}">
        <p14:creationId xmlns:p14="http://schemas.microsoft.com/office/powerpoint/2010/main" val="1307064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Overlay &amp; Interaction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visual overlay represents the interactive element.</a:t>
            </a:r>
          </a:p>
          <a:p>
            <a:r>
              <a:t>Animation states change depending on movement, actions, or physics.</a:t>
            </a:r>
          </a:p>
          <a:p>
            <a:r>
              <a:t>Elements on the screen can act as platforms or boundaries.</a:t>
            </a:r>
          </a:p>
          <a:p>
            <a:r>
              <a:t>The logic ensures smooth transitions, grounding behavior, and interaction rules.</a:t>
            </a:r>
          </a:p>
        </p:txBody>
      </p:sp>
    </p:spTree>
    <p:extLst>
      <p:ext uri="{BB962C8B-B14F-4D97-AF65-F5344CB8AC3E}">
        <p14:creationId xmlns:p14="http://schemas.microsoft.com/office/powerpoint/2010/main" val="1014387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Plans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57810" indent="-257810"/>
            <a:r>
              <a:rPr lang="en-GB" dirty="0"/>
              <a:t>Improve Frame Rate issues</a:t>
            </a:r>
            <a:endParaRPr lang="en-US" dirty="0"/>
          </a:p>
          <a:p>
            <a:pPr marL="257810" indent="-257810"/>
            <a:r>
              <a:rPr dirty="0"/>
              <a:t>More animations</a:t>
            </a:r>
            <a:r>
              <a:rPr lang="en-GB" dirty="0"/>
              <a:t> </a:t>
            </a:r>
            <a:endParaRPr lang="en-GB" dirty="0">
              <a:cs typeface="Arial"/>
            </a:endParaRPr>
          </a:p>
          <a:p>
            <a:pPr marL="257810" indent="-257810"/>
            <a:r>
              <a:rPr lang="en-GB" dirty="0">
                <a:cs typeface="Arial"/>
              </a:rPr>
              <a:t>Specific file interactions (spreadsheets, text, etc)</a:t>
            </a:r>
          </a:p>
          <a:p>
            <a:pPr marL="257810" indent="-257810"/>
            <a:r>
              <a:rPr lang="en-GB" dirty="0">
                <a:cs typeface="Arial"/>
              </a:rPr>
              <a:t>Powerups / enemies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Madison</vt:lpstr>
      <vt:lpstr>Original Plan</vt:lpstr>
      <vt:lpstr>Actual timeline</vt:lpstr>
      <vt:lpstr>System Architecture</vt:lpstr>
      <vt:lpstr>Video Streaming</vt:lpstr>
      <vt:lpstr>Control System</vt:lpstr>
      <vt:lpstr>Overlay &amp; Interaction Logic</vt:lpstr>
      <vt:lpstr>Future Plans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99</cp:revision>
  <dcterms:created xsi:type="dcterms:W3CDTF">2013-01-27T09:14:16Z</dcterms:created>
  <dcterms:modified xsi:type="dcterms:W3CDTF">2025-11-27T04:01:03Z</dcterms:modified>
  <cp:category/>
</cp:coreProperties>
</file>